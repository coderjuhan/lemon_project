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EC66A0"/>
                </a:solidFill>
              </a:defRPr>
            </a:pPr>
            <a:r>
              <a:t>나만의 맛 아카이브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800">
                <a:solidFill>
                  <a:srgbClr val="3C3C3C"/>
                </a:solidFill>
              </a:defRPr>
            </a:pPr>
            <a:r>
              <a:t>레몬 조 | 김정원 · 유가영 · 안주한 · 유민지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C66A0"/>
                </a:solidFill>
              </a:defRPr>
            </a:pPr>
            <a:r>
              <a:t>프로젝트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지도 앱의 북마크는 단순 저장 기능에 그침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개인의 음식 경험과 감정을 기록하기에는 한계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블로그 리뷰는 부담이 크고 진입장벽이 높음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C66A0"/>
                </a:solidFill>
              </a:defRPr>
            </a:pPr>
            <a:r>
              <a:t>프로젝트 콘셉트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최소한의 도구로 최대한의 만족을 주는 개인 음식 기록 앱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지도 기반으로 직관적인 기록과 기억을 돕는 구조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C66A0"/>
                </a:solidFill>
              </a:defRPr>
            </a:pPr>
            <a:r>
              <a:t>기록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지도에 저장한 정보가 자동으로 리뷰에 저장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추가적인 글 작성 부담 최소화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메모 기능으로 개인적인 기록 선택적으로 추가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C66A0"/>
                </a:solidFill>
              </a:defRPr>
            </a:pPr>
            <a:r>
              <a:t>앨범 및 검색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날짜 기반 앨범으로 음식 사진을 쉽게 기록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여러 장 업로드 가능하여 오마카세 등에도 적합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검색 기능으로 쌓인 기록을 빠르게 조회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C66A0"/>
                </a:solidFill>
              </a:defRPr>
            </a:pPr>
            <a:r>
              <a:t>데이터 가치와 확장성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음식 기록과 위치 정보가 함께 축적됨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개인의 취향 분석을 넘어 지역 기반 데이터로 확장 가능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향후 추천, 공유, 상권 분석 등으로 발전 가능성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C66A0"/>
                </a:solidFill>
              </a:defRPr>
            </a:pPr>
            <a:r>
              <a:t>사용 기술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Python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Streamlit, Folium, streamlit-folium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SQLite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Pandas, Matplotlib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Pillow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생성형 AI 활용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C66A0"/>
                </a:solidFill>
              </a:defRPr>
            </a:pPr>
            <a:r>
              <a:t>협업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조장을 두지 않고 자유로운 의견 제시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다수결로 방향 결정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각자 결과물을 만든 뒤 하나로 통합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C66A0"/>
                </a:solidFill>
              </a:defRPr>
            </a:pPr>
            <a:r>
              <a:t>아쉬운 점과 회고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소규모 프로젝트로 분할 작업 경험은 부족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UI 완성도에 대한 아쉬움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아이디어와 디테일의 중요성을 체감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C66A0"/>
                </a:solidFill>
              </a:defRPr>
            </a:pPr>
            <a:r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기록의 부담은 줄이고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기억과 데이터의 가치는 높인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개인 음식 기록 아카이브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