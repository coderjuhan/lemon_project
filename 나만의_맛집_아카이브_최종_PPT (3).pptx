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나만의 맛집 아카이브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SNS 몰라도 누구나 직관적으로 기록하는 맛집 지도</a:t>
            </a:r>
          </a:p>
          <a:p/>
          <a:p>
            <a:r>
              <a:t>2조</a:t>
            </a:r>
          </a:p>
          <a:p>
            <a:r>
              <a:t>김정원 · 유가영 · 유민지 · 안주한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맛집 검색이 아닌</a:t>
            </a:r>
          </a:p>
          <a:p>
            <a:r>
              <a:t>다녀온 맛집을 평가하고 기록하는</a:t>
            </a:r>
          </a:p>
          <a:p>
            <a:r>
              <a:t>지도형 아카이브 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기획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네이버·카카오맵 북마크는</a:t>
            </a:r>
          </a:p>
          <a:p>
            <a:r>
              <a:t>‘찜’만 가능하고 기록이 남지 않음</a:t>
            </a:r>
          </a:p>
          <a:p/>
          <a:p>
            <a:r>
              <a:t>리뷰·블로그는 작성 부담이 크고</a:t>
            </a:r>
          </a:p>
          <a:p>
            <a:r>
              <a:t>가볍게 기록하기 어려움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SNS 없이도 부담 없는 기록</a:t>
            </a:r>
          </a:p>
          <a:p>
            <a:r>
              <a:t>추천 / 비추천을 한눈에 확인</a:t>
            </a:r>
          </a:p>
          <a:p>
            <a:r>
              <a:t>내가 다녀간 맛집의 발자취를 지도에 저장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컨셉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최소한의 정보만 기록</a:t>
            </a:r>
          </a:p>
          <a:p>
            <a:r>
              <a:t>사용자가 직접 남긴 데이터 중심</a:t>
            </a:r>
          </a:p>
          <a:p>
            <a:r>
              <a:t>기록이 쌓일수록 취향이 보이는 구조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지도 클릭으로 맛집 위치 저장</a:t>
            </a:r>
          </a:p>
          <a:p>
            <a:r>
              <a:t>추천 / 비추천 마커 구분</a:t>
            </a:r>
          </a:p>
          <a:p>
            <a:r>
              <a:t>리뷰 화면에서만 메모 작성</a:t>
            </a:r>
          </a:p>
          <a:p>
            <a:r>
              <a:t>실제 먹은 음식 사진 업로드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트렌드 키워드: 자기 객관화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기억이 아닌 데이터로 취향을 이해</a:t>
            </a:r>
          </a:p>
          <a:p>
            <a:r>
              <a:t>데이터 시각화를 통해</a:t>
            </a:r>
          </a:p>
          <a:p>
            <a:r>
              <a:t>내가 좋아하는 음식이 명확해짐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사용 흐름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지도 클릭</a:t>
            </a:r>
          </a:p>
          <a:p>
            <a:r>
              <a:t>추천 / 비추천 선택</a:t>
            </a:r>
          </a:p>
          <a:p>
            <a:r>
              <a:t>메모 + 사진 저장</a:t>
            </a:r>
          </a:p>
          <a:p/>
          <a:p>
            <a:r>
              <a:t>설명 없이도 바로 사용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사용 기술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Streamlit</a:t>
            </a:r>
          </a:p>
          <a:p>
            <a:r>
              <a:t>Folium (지도 시각화)</a:t>
            </a:r>
          </a:p>
          <a:p>
            <a:r>
              <a:t>SQLite (로컬 DB)</a:t>
            </a:r>
          </a:p>
          <a:p>
            <a:r>
              <a:t>pandas · matplotlib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확장 및 수익화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기록 데이터 기반 맛 지도 공유</a:t>
            </a:r>
          </a:p>
          <a:p>
            <a:r>
              <a:t>신뢰도 높은 데이터 기반 추천</a:t>
            </a:r>
          </a:p>
          <a:p>
            <a:r>
              <a:t>음식점 홍보 및 광고 수익 모델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기능이 많아서 좋은 앱이 아니라</a:t>
            </a:r>
          </a:p>
          <a:p>
            <a:r>
              <a:t>목적이 분명해서 좋은 앱</a:t>
            </a:r>
          </a:p>
          <a:p/>
          <a:p>
            <a:r>
              <a:t>나만의 맛집 아카이브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